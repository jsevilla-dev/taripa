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28346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2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&amp; INSTRUCTOR
</a:t>
            </a:r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Management 2 (IM 2)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6225010_fcbfa63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727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08960" y="1591056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865376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08960" y="2578608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08960" y="3566160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354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08960" y="4553712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828032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229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08960" y="5541264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815584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481328"/>
            <a:ext cx="519379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16316961_c803d0d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73952" y="1554480"/>
            <a:ext cx="504748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6303107_3732084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6225010_fcbfa63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6440434_8726aec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6238254_2bb59dd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IM 2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2026-10-11T11:17:35Z</dcterms:created>
  <dcterms:modified xsi:type="dcterms:W3CDTF">2026-10-11T11:17:35Z</dcterms:modified>
</cp:coreProperties>
</file>