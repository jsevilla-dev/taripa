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 &amp; INSTRUCTOR
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(App Dev and Emerging Tech)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41605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54480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572768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41605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542032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2560320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" y="281635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41605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529584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354787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9808" y="3803904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41605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451713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4535424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49808" y="4791456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41605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50468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5522976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9808" y="577900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4937760" y="1481328"/>
            <a:ext cx="665683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20462358_d8a011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54480"/>
            <a:ext cx="651052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623545_c44e205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818951_140b1a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CC316 Final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2026-10-11T12:09:22Z</dcterms:created>
  <dcterms:modified xsi:type="dcterms:W3CDTF">2026-10-11T12:09:22Z</dcterms:modified>
</cp:coreProperties>
</file>